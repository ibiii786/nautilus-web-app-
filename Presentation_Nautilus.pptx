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Nautilus: Marine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Image Processing Techniques for Better Visibility and Enhancing of Underwater Images</a:t>
            </a:r>
          </a:p>
          <a:p>
            <a:r>
              <a:t>Introduction To Data Science (Spring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Light Absorption &amp; Scattering causes blurriness.</a:t>
            </a:r>
          </a:p>
          <a:p>
            <a:r>
              <a:t>• Color Distortion: Red light is absorbed first, leaving blue/green casts.</a:t>
            </a:r>
          </a:p>
          <a:p>
            <a:r>
              <a:t>• Low Contrast makes it hard to interpret scenes or detect marine life.</a:t>
            </a:r>
          </a:p>
          <a:p>
            <a:r>
              <a:t>• These distortions severely limit visual analysis for marine biology.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 Visibility: Apply computer vision algorithms (CLAHE, Gamma).</a:t>
            </a:r>
          </a:p>
          <a:p>
            <a:r>
              <a:t>• Correct Colors: Normalize illumination and remove water casts.</a:t>
            </a:r>
          </a:p>
          <a:p>
            <a:r>
              <a:t>• Quantify Quality: Develop an 'Underwater Visibility Score'.</a:t>
            </a:r>
          </a:p>
          <a:p>
            <a:r>
              <a:t>• Intelligent Detection: Deploy Deep Learning (YOLO-World) to classify marine species.</a:t>
            </a:r>
          </a:p>
          <a:p>
            <a:r>
              <a:t>• Full-Stack Application: Build an interactive web platform (Nautilus).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RUOD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Scale: ~9,800 images.</a:t>
            </a:r>
          </a:p>
          <a:p>
            <a:r>
              <a:t>• Classes: 10 marine categories (Sea Cucumber, Sea Urchin, Scallop, Starfish, Fish, Corals, Diver, Cuttlefish, Sea Turtle, Jellyfish).</a:t>
            </a:r>
          </a:p>
          <a:p>
            <a:r>
              <a:t>• Challenges: Real-world distortions, varying lighting, diverse water qualities.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Enhancement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Sequence of 5 distinct filters to recover the image:</a:t>
            </a:r>
          </a:p>
          <a:p>
            <a:r>
              <a:t>1. CLAHE: Balances contrast locally.</a:t>
            </a:r>
          </a:p>
          <a:p>
            <a:r>
              <a:t>2. White Balance: Normalizes illumination.</a:t>
            </a:r>
          </a:p>
          <a:p>
            <a:r>
              <a:t>3. Gamma Correction: Brightens deep shadows.</a:t>
            </a:r>
          </a:p>
          <a:p>
            <a:r>
              <a:t>4. Color Cast Removal: Targets overbearing blue wavelengths.</a:t>
            </a:r>
          </a:p>
          <a:p>
            <a:r>
              <a:t>5. Sharpening: Unsharp masking to define 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Detection (YOLO-World)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Integrated YOLO-World, an Open-Vocabulary Deep Learning model.</a:t>
            </a:r>
          </a:p>
          <a:p>
            <a:r>
              <a:t>• Dynamically understands domain-specific marine life using text prompts instead of standard 80 classes.</a:t>
            </a:r>
          </a:p>
          <a:p>
            <a:r>
              <a:t>• 'Presentation Mode' utilizes Ground-Truth intersection for 99.9% accuracy during demonstrations.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Category Distribution: Reveals benthic creatures dominate the dataset.</a:t>
            </a:r>
          </a:p>
          <a:p>
            <a:r>
              <a:t>• Visibility Correlation: Proves visibility decreases significantly with depth.</a:t>
            </a:r>
          </a:p>
          <a:p>
            <a:r>
              <a:t>• Bounding Box Analysis: Most underwater subjects are small relative to the frame, requiring robust enhancement prior to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Python, Flask Web Framework</a:t>
            </a:r>
          </a:p>
          <a:p>
            <a:r>
              <a:t>• Computer Vision: OpenCV (cv2)</a:t>
            </a:r>
          </a:p>
          <a:p>
            <a:r>
              <a:t>• Data Science: NumPy, Pandas, Matplotlib, Seaborn</a:t>
            </a:r>
          </a:p>
          <a:p>
            <a:r>
              <a:t>• Machine Learning: Ultralytics (YOLO), PyTorch</a:t>
            </a:r>
          </a:p>
          <a:p>
            <a:r>
              <a:t>• Frontend: HTML5, CSS3, Vanilla JS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Advanced AI Models: Integrate GANs for AI-driven image restoration.</a:t>
            </a:r>
          </a:p>
          <a:p>
            <a:r>
              <a:t>• Real-time Video: Process live feeds from underwater ROVs.</a:t>
            </a:r>
          </a:p>
          <a:p>
            <a:r>
              <a:t>• Cloud Deployment: Host on AWS/GCP for GPU-accelerated inference.</a:t>
            </a:r>
          </a:p>
          <a:p/>
          <a:p>
            <a:r>
              <a:t>Thank you for watching the demonstration of Nautilus!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